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4512eaaa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4512eaaa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ll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698" y="659556"/>
            <a:ext cx="907653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713" y="2571750"/>
            <a:ext cx="831625" cy="5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795175" y="1682852"/>
            <a:ext cx="1340700" cy="4707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AI App</a:t>
            </a:r>
            <a:endParaRPr b="1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 rot="10800000">
            <a:off x="3422750" y="2153550"/>
            <a:ext cx="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/>
          <p:nvPr/>
        </p:nvCxnSpPr>
        <p:spPr>
          <a:xfrm rot="10800000">
            <a:off x="3422742" y="1264652"/>
            <a:ext cx="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/>
          <p:nvPr/>
        </p:nvCxnSpPr>
        <p:spPr>
          <a:xfrm flipH="1">
            <a:off x="3528392" y="1264950"/>
            <a:ext cx="36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/>
          <p:nvPr/>
        </p:nvCxnSpPr>
        <p:spPr>
          <a:xfrm flipH="1">
            <a:off x="3531992" y="2153850"/>
            <a:ext cx="36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 txBox="1"/>
          <p:nvPr/>
        </p:nvSpPr>
        <p:spPr>
          <a:xfrm>
            <a:off x="2733344" y="21847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inquiry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454552" y="21847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answer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733344" y="13122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prompt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454552" y="1312200"/>
            <a:ext cx="106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function call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65" name="Google Shape;65;p13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4550" y="1641722"/>
            <a:ext cx="696434" cy="5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3940" y="2551415"/>
            <a:ext cx="439625" cy="4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serv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9403" y="760551"/>
            <a:ext cx="486729" cy="55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3"/>
          <p:cNvCxnSpPr>
            <a:stCxn id="56" idx="3"/>
            <a:endCxn id="65" idx="1"/>
          </p:cNvCxnSpPr>
          <p:nvPr/>
        </p:nvCxnSpPr>
        <p:spPr>
          <a:xfrm>
            <a:off x="4135875" y="1918202"/>
            <a:ext cx="1518600" cy="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Dot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/>
          <p:nvPr/>
        </p:nvCxnSpPr>
        <p:spPr>
          <a:xfrm flipH="1" rot="10800000">
            <a:off x="4135803" y="1037763"/>
            <a:ext cx="1623600" cy="81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/>
          <p:nvPr/>
        </p:nvCxnSpPr>
        <p:spPr>
          <a:xfrm>
            <a:off x="4135840" y="1979910"/>
            <a:ext cx="1628100" cy="80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3"/>
          <p:cNvSpPr txBox="1"/>
          <p:nvPr/>
        </p:nvSpPr>
        <p:spPr>
          <a:xfrm>
            <a:off x="4084750" y="1946725"/>
            <a:ext cx="90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un-unified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access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104175" y="424100"/>
            <a:ext cx="7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LLM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592500" y="784350"/>
            <a:ext cx="27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104175" y="3057200"/>
            <a:ext cx="7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User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217250" y="3057200"/>
            <a:ext cx="149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External  Systems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 title="ll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698" y="659556"/>
            <a:ext cx="907653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713" y="2571750"/>
            <a:ext cx="831625" cy="5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2795175" y="1682852"/>
            <a:ext cx="1340700" cy="4707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AI App</a:t>
            </a:r>
            <a:endParaRPr b="1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 rot="10800000">
            <a:off x="3422750" y="2153550"/>
            <a:ext cx="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4"/>
          <p:cNvCxnSpPr/>
          <p:nvPr/>
        </p:nvCxnSpPr>
        <p:spPr>
          <a:xfrm rot="10800000">
            <a:off x="3422742" y="1264652"/>
            <a:ext cx="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/>
          <p:nvPr/>
        </p:nvCxnSpPr>
        <p:spPr>
          <a:xfrm flipH="1">
            <a:off x="3528392" y="1264950"/>
            <a:ext cx="36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4"/>
          <p:cNvCxnSpPr/>
          <p:nvPr/>
        </p:nvCxnSpPr>
        <p:spPr>
          <a:xfrm flipH="1">
            <a:off x="3531992" y="2153850"/>
            <a:ext cx="36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4"/>
          <p:cNvSpPr txBox="1"/>
          <p:nvPr/>
        </p:nvSpPr>
        <p:spPr>
          <a:xfrm>
            <a:off x="2733344" y="21847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inquiry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454552" y="21847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answer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733344" y="13122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prompt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3454552" y="1312200"/>
            <a:ext cx="1061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function call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91" name="Google Shape;91;p14" title="clou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4550" y="1641722"/>
            <a:ext cx="696434" cy="5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title="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3940" y="2551415"/>
            <a:ext cx="439625" cy="4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title="serv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9403" y="760551"/>
            <a:ext cx="486729" cy="55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4"/>
          <p:cNvCxnSpPr>
            <a:stCxn id="82" idx="3"/>
            <a:endCxn id="91" idx="1"/>
          </p:cNvCxnSpPr>
          <p:nvPr/>
        </p:nvCxnSpPr>
        <p:spPr>
          <a:xfrm>
            <a:off x="4135875" y="1918202"/>
            <a:ext cx="1518600" cy="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>
            <a:stCxn id="82" idx="3"/>
            <a:endCxn id="93" idx="1"/>
          </p:cNvCxnSpPr>
          <p:nvPr/>
        </p:nvCxnSpPr>
        <p:spPr>
          <a:xfrm flipH="1" rot="10800000">
            <a:off x="4135875" y="1037702"/>
            <a:ext cx="1623600" cy="8805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4"/>
          <p:cNvCxnSpPr>
            <a:stCxn id="82" idx="3"/>
            <a:endCxn id="92" idx="1"/>
          </p:cNvCxnSpPr>
          <p:nvPr/>
        </p:nvCxnSpPr>
        <p:spPr>
          <a:xfrm>
            <a:off x="4135875" y="1918202"/>
            <a:ext cx="1628100" cy="8574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4"/>
          <p:cNvSpPr txBox="1"/>
          <p:nvPr/>
        </p:nvSpPr>
        <p:spPr>
          <a:xfrm>
            <a:off x="4084750" y="1918200"/>
            <a:ext cx="90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unified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access</a:t>
            </a:r>
            <a:endParaRPr sz="9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104175" y="424100"/>
            <a:ext cx="7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LLM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592500" y="784350"/>
            <a:ext cx="27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104175" y="3057200"/>
            <a:ext cx="7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User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217250" y="3057200"/>
            <a:ext cx="149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External  Systems</a:t>
            </a:r>
            <a:endParaRPr b="1" sz="100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182054" y="1363165"/>
            <a:ext cx="72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MCP</a:t>
            </a:r>
            <a:endParaRPr b="1" sz="100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3" name="Google Shape;103;p14" title="mcp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09977" y="1609186"/>
            <a:ext cx="257336" cy="25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